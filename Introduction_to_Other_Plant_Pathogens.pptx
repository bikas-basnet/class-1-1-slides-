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8" r:id="rId4"/>
    <p:sldId id="259" r:id="rId5"/>
    <p:sldId id="264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Other Plant Pathogens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major categories of plant pathogens beyond fungi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Bacterial Pathogens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Single-celled prokaryotes causing diseases like </a:t>
            </a:r>
            <a:r>
              <a:rPr>
                <a:solidFill>
                  <a:srgbClr val="FF0000"/>
                </a:solidFill>
              </a:rPr>
              <a:t>wilts, blights, and leaf spots</a:t>
            </a:r>
            <a:r>
              <a:t>.</a:t>
            </a:r>
          </a:p>
          <a:p>
            <a:r>
              <a:t>• Examples: Xanthomonas, Pseudomonas, Erwinia.</a:t>
            </a:r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3502025" y="3341370"/>
            <a:ext cx="5641340" cy="35166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Viral Pathogens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t>• Cause mosaic, yellowing, and stunting symptoms.</a:t>
            </a:r>
          </a:p>
          <a:p>
            <a:pPr marL="0" indent="0">
              <a:buNone/>
            </a:pPr>
            <a:r>
              <a:t>• Spread by insect vectors (aphids, whiteflies).</a:t>
            </a:r>
          </a:p>
          <a:p>
            <a:pPr marL="0" indent="0">
              <a:buNone/>
            </a:pPr>
            <a:r>
              <a:t>• Examples: TMV, CMV, Tomato yellow leaf curl virus.</a:t>
            </a:r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4234180" y="3853815"/>
            <a:ext cx="4909820" cy="300418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10" y="4154170"/>
            <a:ext cx="4059555" cy="27095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695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Nematode Pathogens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0070" y="1292225"/>
            <a:ext cx="8229600" cy="4525963"/>
          </a:xfrm>
        </p:spPr>
        <p:txBody>
          <a:bodyPr/>
          <a:lstStyle/>
          <a:p>
            <a:r>
              <a:t>• Microscopic roundworms attacking roots, stems, and leaves.</a:t>
            </a:r>
          </a:p>
          <a:p>
            <a:r>
              <a:t>• Examples: Root-knot nematode (Meloidogyne spp.), Cyst nematodes.</a:t>
            </a:r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3429000" y="3575685"/>
            <a:ext cx="5715000" cy="328231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75685"/>
            <a:ext cx="3429000" cy="3282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Phytoplasmas and Spiroplasmas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Cause yellowing, phyllody, and witches' broom symptoms.</a:t>
            </a:r>
          </a:p>
          <a:p>
            <a:pPr marL="0" indent="0">
              <a:buNone/>
            </a:pPr>
            <a:r>
              <a:t>• Examples: Aster yellows phytoplasma.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" y="3337560"/>
            <a:ext cx="900176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Protozoan and Algal Pathogens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(Plasmodiophora brassicae – clubroot).</a:t>
            </a:r>
          </a:p>
          <a:p>
            <a:pPr marL="0" indent="0">
              <a:buNone/>
            </a:pPr>
            <a:r>
              <a:t> Example algal pathogen: Cephaleuros (causes algal leaf spot).</a:t>
            </a:r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5518785" y="3033395"/>
            <a:ext cx="3496310" cy="37179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2820" y="3238500"/>
            <a:ext cx="2769235" cy="31502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Each group has unique biology, symptoms, and management strategies.</a:t>
            </a:r>
          </a:p>
          <a:p>
            <a:pPr marL="0" indent="0">
              <a:buNone/>
            </a:p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13760" y="3041015"/>
            <a:ext cx="5730240" cy="38169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882</Words>
  <Application>WPS Presentation</Application>
  <PresentationFormat>On-screen Show (4:3)</PresentationFormat>
  <Paragraphs>35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Introduction to Other Plant Pathogens</vt:lpstr>
      <vt:lpstr>Bacterial Pathogens</vt:lpstr>
      <vt:lpstr>Viral Pathogens</vt:lpstr>
      <vt:lpstr>PowerPoint 演示文稿</vt:lpstr>
      <vt:lpstr>Nematode Pathogens</vt:lpstr>
      <vt:lpstr>Phytoplasmas and Spiroplasmas</vt:lpstr>
      <vt:lpstr>Protozoan and Algal Pathogens</vt:lpstr>
      <vt:lpstr>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bikas basnet</cp:lastModifiedBy>
  <cp:revision>2</cp:revision>
  <dcterms:created xsi:type="dcterms:W3CDTF">2013-01-27T09:14:00Z</dcterms:created>
  <dcterms:modified xsi:type="dcterms:W3CDTF">2025-06-23T02:49:30Z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275E0B4503684C57A7D18D526235763C_12</vt:lpwstr>
  </property>
  <property fmtid="{D5CDD505-2E9C-101B-9397-08002B2CF9AE}" pid="3" name="KSOProductBuildVer">
    <vt:lpwstr>1033-12.2.0.21546</vt:lpwstr>
  </property>
</Properties>
</file>